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WWW.SUPERCODER.CO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Apple SD Gothic Neo"/>
              </a:rPr>
              <a:t>SEO 진단 종합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6DE"/>
                </a:solidFill>
                <a:latin typeface="Apple SD Gothic Neo"/>
              </a:rPr>
              <a:t>무료 SEO 진단 툴 5종 결과 분석 · 코드 레벨 원인 진단 · 우선순위 개선 로드맵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Semrush · Adplorer(GEO) · 백링크연구소 · NXT(넥스트티) · BloFlo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2026. 08. 07 · 마케팅팀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툴별 진단 점수 — 기본기는 이미 상위권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92840" cy="65323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0200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진단 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0200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점수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90200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핵심 지적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13432"/>
            <a:ext cx="11292840" cy="65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03432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Semrush Site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03432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Apple SD Gothic Neo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403432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구조화 데이터 오류 1건 · 콘텐츠 분량 경고 · llms.txt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92840" cy="65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16664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Adplorer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116664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A8A00"/>
                </a:solidFill>
                <a:latin typeface="Apple SD Gothic Neo"/>
              </a:rPr>
              <a:t>SEO 94 / GEO 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116664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SEO는 A등급, AI 검색(GEO) 최적화는 B등급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39896"/>
            <a:ext cx="11292840" cy="65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29896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백링크연구소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829896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Apple SD Gothic Neo"/>
              </a:rPr>
              <a:t>99 / 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29896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이미지 alt 누락 15/25 (대부분 오탐)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53128"/>
            <a:ext cx="11292840" cy="6532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43128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NXT 넥스트티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43128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A8A00"/>
                </a:solidFill>
                <a:latin typeface="Apple SD Gothic Neo"/>
              </a:rPr>
              <a:t>87 /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543128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속도 6/10(WebP 미사용) · 보안 헤더 4종 · OG 태그 3종 누락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66360"/>
            <a:ext cx="11292840" cy="65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256360"/>
            <a:ext cx="256032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BloFlo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256360"/>
            <a:ext cx="219456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A8A00"/>
                </a:solidFill>
                <a:latin typeface="Apple SD Gothic Neo"/>
              </a:rPr>
              <a:t>82%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256360"/>
            <a:ext cx="6126480" cy="56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제목 길이 28자 · 이미지 alt (오탐 포함)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→ 메타·구조·링크·크롤링 등 기본기는 상위권. 남은 것은 소수의 실제 이슈 6건과 오탐 3건.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개선 우선순위 한눈에 — 6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371600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64592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OG 태그 유실 버그 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645920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코드 버그 · 효과 큼 · 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0592"/>
            <a:ext cx="1371600" cy="6583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450592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보안 헤더 4종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450592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저비용 · next.config.mjs 한 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55264"/>
            <a:ext cx="1371600" cy="658368"/>
          </a:xfrm>
          <a:prstGeom prst="rect">
            <a:avLst/>
          </a:prstGeom>
          <a:solidFill>
            <a:srgbClr val="EA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55264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255264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llms.txt 추가 (AI 검색·GEO)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255264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GEO 79점의 직접 개선 수단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59936"/>
            <a:ext cx="1371600" cy="658368"/>
          </a:xfrm>
          <a:prstGeom prst="rect">
            <a:avLst/>
          </a:prstGeom>
          <a:solidFill>
            <a:srgbClr val="EA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59936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059936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이미지 WebP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059936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속도 점수 6/10 → 개선, LCP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64608"/>
            <a:ext cx="1371600" cy="65836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64608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64608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구조화 데이터 정비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864608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실데이터 없인 평점 금지 → 유지/제거 판단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9280"/>
            <a:ext cx="1371600" cy="65836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1371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669280"/>
            <a:ext cx="5120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</a:rPr>
              <a:t>홈 title 소폭 연장 (어드민)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669280"/>
            <a:ext cx="4297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28자 → 30자+ · 코드 수정 불필요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</a:rPr>
              <a:t>빨강 = 이번 주 권장 · 주황 = 2주 내 · 회색 = 선택/판단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1 · 코드 버그 · 우선순위 최상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OG 태그 3종이 라이브에서 사라짐 (og:url · og:type · og:site_name)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증상: layout.tsx에는 전부 정의돼 있으나, 라이브 홈에는 og:title/description/image만 출력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원인: lib/pageSeo.ts mergeSeo() — 어드민 SEO 초안이 적용된 페이지는 openGraph 객체를 새로 생성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– Next.js는 페이지 metadata의 openGraph가 레이아웃 것을 통째로 교체 → type/siteName/url/locale 유실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영향: 카톡·슬랙·페북 공유 미리보기 정보 불완전, NXT '검색엔진 친화도' 감점(17/20)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• 조치: mergeSeo()의 openGraph에 기본값(type·siteName·url·locale)을 함께 병합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– 어드민 초안을 쓰는 모든 페이지(홈·apply·blog 등)가 한 번에 고쳐짐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029200"/>
            <a:ext cx="1115568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</a:rPr>
              <a:t>수정 위치: lib/pageSeo.ts (mergeSeo 함수) · 소요 약 30분 · 검증: 배포 후 curl로 og:* 태그 확인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+ 카카오톡 공유 디버거 / 페이스북 Sharing Debugger로 미리보기 재확인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2 · 저비용 고효율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보안 헤더 4종 누락 — next.config.mjs 한 곳이면 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155680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X-Frame-Options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73736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</a:rPr>
              <a:t>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3736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클릭재킹 방지 · SAMEORIGIN 권장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11556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X-Content-Type-Options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0604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</a:rPr>
              <a:t>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0604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MIME 스니핑 방지 · nosniff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1155680" cy="731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Referrer-Policy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47472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</a:rPr>
              <a:t>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47472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이탈 시 전체 URL 노출 방지 · strict-origin-when-cross-origin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1115568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43400"/>
            <a:ext cx="3566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72A"/>
                </a:solidFill>
                <a:latin typeface="Apple SD Gothic Neo"/>
              </a:rPr>
              <a:t>X-Powered-By: Next.js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343400"/>
            <a:ext cx="1280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Apple SD Gothic Neo"/>
              </a:rPr>
              <a:t>노출됨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34340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프레임워크 정보 노출 → poweredByHeader: false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53212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</a:rPr>
              <a:t>조치: next.config.mjs에 headers() 추가 + poweredByHeader: false — NXT 보안 권장사항 4건 동시 해소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참고: HSTS는 www 도메인엔 이미 적용됨(max-age 2년). SEO 순위 요인은 아니지만 신뢰도 지표.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3 · AI 검색 최적화 (GEO)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llms.txt 추가 — Adplorer GEO 79점(B)의 직접 개선 수단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현황: /llms.txt 404 (Semrush Notice · Adplorer GEO B등급)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– ChatGPT·Perplexity 등 AI 검색엔진이 사이트를 이해·인용할 때 참조하는 표준 제안 파일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Semrush AI Search Health는 89% — ChatGPT-User·OAI-SearchBot·Googlebot 등 크롤러는 이미 전부 허용됨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• 조치: public/llms.txt 생성 — 서비스 한 줄 소개, 핵심 페이지 목록(홈·apply·blog·법적 페이지) 마크다운 정리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– 콘텐츠는 마케팅 카피가 아닌 사실 기반 설명으로 (AI가 인용할 원문)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기대 효과: AI 검색 결과에서 서비스 요약 정확도·인용 가능성 향상, GEO 점수 상승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15568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</a:rPr>
              <a:t>수정 위치: public/llms.txt (신규) · 소요 약 1시간 · 검증: 배포 후 https://www.supercoder.co/llms.txt 200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4 · 속도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이미지 WebP 전환 — NXT 속도 점수 6/10의 주원인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현황: 홈 이미지 22개 중 WebP 0개 (SVG 제외) — 전환 시 용량 최대 30% 절감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일부는 이미 변환본 보유: report-*.webp가 public/에 있으나 PNG를 참조 중인 곳 존재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대상: diagram-*.png 4장(1080×570) · logos/*.png · hero-globe.png · report-*.png 등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• 조치 A(권장): cwebp로 일괄 변환 후 &lt;img&gt; src 교체 — 현재 구조 유지, 안전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조치 B(장기): next/image 도입 시 자동 최적화(AVIF/WebP·사이즈별) — 구조 변경 필요, 별도 과제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기대 효과: LCP(최대 콘텐츠풀 페인트) 단축 → 속도 점수·사용자 경험 동시 개선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15568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</a:rPr>
              <a:t>수정 위치: public/ 이미지 + 참조하는 tsx · 소요 반나절 · 검증: Lighthouse/PageSpeed 재측정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5 · 판단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구조화 데이터 오류 1건 — 평점 조작은 금물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Semrush 유일한 Error: 홈 SoftwareApplication 스키마에 aggregateRating 또는 review 필드 없음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– Google이 SoftwareApplication '리치 결과' 노출에 요구하는 필수 필드 (app/page.tsx:43)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DC2626"/>
                </a:solidFill>
                <a:latin typeface="Apple SD Gothic Neo"/>
              </a:rPr>
              <a:t>• 주의: 실제 리뷰 데이터 없이 평점을 넣는 것은 Google 가이드라인 위반 — 절대 비권장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옵션 ①: 실제 고객 평점·리뷰 데이터가 생기면 그때 추가 (권장)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옵션 ②: SoftwareApplication 블록 제거 — Organization·WebSite·FAQPage는 유지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옵션 ③: 현상 유지 — 리치 결과 자격만 없을 뿐, 색인·순위 불이익은 없음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15568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</a:rPr>
              <a:t>권장: 실데이터 확보 전까지 옵션 ③(현상 유지) 또는 ②(제거) — FAQPage 스키마는 이미 잘 작동 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STEP 6 + 오탐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F172A"/>
                </a:solidFill>
                <a:latin typeface="Apple SD Gothic Neo"/>
              </a:rPr>
              <a:t>제목 길이(선택) · 툴이 잘못 지적한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Apple SD Gothic Neo"/>
              </a:rPr>
              <a:t>STEP 6 · 홈 title 소폭 연장 (낮은 우선순위)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현재 28자 → BloFlo 기준(30~60자)에 2자 미달. 어드민 SEO 설정(page_seo)에서 수정 — 코드 변경 불필요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– 단, 30~60자는 영문 기준. 한국어 28자는 실질 문제 아님 → 여유 있을 때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6A34A"/>
                </a:solidFill>
                <a:latin typeface="Apple SD Gothic Neo"/>
              </a:rPr>
              <a:t>오탐(False Positive) — 고치지 않아도 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이미지 alt 누락 15개 (3개 툴 공통): 실체는 로고 무한롤링 마퀴의 복제본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– 원본 3개는 alt 정상, 복제본은 의도적 alt="" aria-hidden — 접근성 관점에서 올바른 구현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낮은 단어 수 29p·텍스트/HTML 비율 36p (Semrush): 블로그·법적 페이지 — 마케팅 사이트에선 일반적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h1 누락 1p·HSTS 미지원: 모두 ai.supercoder.co(면접 앱, 별도 저장소) 이슈 → 앱 팀에 전달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Apple SD Gothic Neo"/>
              </a:rPr>
              <a:t>실행 요약 ·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73736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이번 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82880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STEP 1 OG 태그 버그 + STEP 2 보안 헤더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828800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6DE"/>
                </a:solidFill>
                <a:latin typeface="Apple SD Gothic Neo"/>
              </a:rPr>
              <a:t>dev 브랜치 수정 → 빌드 검증 → PR(dev→main)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173736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2주 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88036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STEP 3 llms.txt + STEP 4 WebP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880360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6DE"/>
                </a:solidFill>
                <a:latin typeface="Apple SD Gothic Neo"/>
              </a:rPr>
              <a:t>GEO 점수·페이지 속도 개선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931920"/>
            <a:ext cx="173736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판단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93192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STEP 5 구조화 데이터 · STEP 6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931920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6DE"/>
                </a:solidFill>
                <a:latin typeface="Apple SD Gothic Neo"/>
              </a:rPr>
              <a:t>리뷰 데이터 확보 여부 · 어드민에서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173736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외부 전달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983480"/>
            <a:ext cx="4937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</a:rPr>
              <a:t>ai.supercoder.co h1 추가 · HSTS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83480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6DE"/>
                </a:solidFill>
                <a:latin typeface="Apple SD Gothic Neo"/>
              </a:rPr>
              <a:t>면접 앱 팀 (별도 저장소)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모든 코드 수정은 dev 브랜치에서 작업 후 테스트 → PR로 운영(main) 반영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Q&amp;A ·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Apple SD Gothic Neo"/>
              </a:rPr>
              <a:t>“진단 점수는 높은데,
왜 구글에 'AI면접'을 검색하면 안 나올까?”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B9C6DE"/>
                </a:solidFill>
                <a:latin typeface="Apple SD Gothic Neo"/>
              </a:rPr>
              <a:t>A. 진단 점수는 ‘기술적 건강검진’, 검색 순위는 ‘키워드별 신뢰·의도 경쟁’ — 서로 다른 시험이다.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색인 문제 아님 · 실측 데이터(Google 검색·Search Console·Semrush)로 원인 4가지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Q&amp;A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진단 점수와 검색 순위는 다른 시험이다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9496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563EB"/>
                </a:solidFill>
                <a:latin typeface="Apple SD Gothic Neo"/>
              </a:rPr>
              <a:t>SEO 진단 점수가 재는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내 페이지의 기술적 건강 상태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Apple SD Gothic Neo"/>
              </a:rPr>
              <a:t>– 메타태그·구조·속도·크롤링 가능성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• ‘출전 자격’에 해당 — 통과했다고 순위가 오르진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5394960" cy="3566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</a:rPr>
              <a:t>검색 순위를 정하는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1460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pple SD Gothic Neo"/>
              </a:rPr>
              <a:t>• 색인 여부 — ✓ 우리는 통과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pple SD Gothic Neo"/>
              </a:rPr>
              <a:t>• 검색 의도 일치 — ✗ 'AI면접'은 구직자 의도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pple SD Gothic Neo"/>
              </a:rPr>
              <a:t>• 도메인 권위(백링크) — ✗ Authority 12로 낮음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Apple SD Gothic Neo"/>
              </a:rPr>
              <a:t>• 축적 시간 — ✗ 주제 전환 후 2개월 미만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63EB"/>
                </a:solidFill>
                <a:latin typeface="Apple SD Gothic Neo"/>
              </a:rPr>
              <a:t>→ 5개 툴 90점대 = 건강검진 통과. 'AI면접' 미노출은 병이 아니라 아직 체급이 안 되는 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Q&amp;A 2/5 · 실측 근거 ①②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색인은 정상 — 잡히는 검색어가 전부 브랜드일 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6A34A"/>
                </a:solidFill>
                <a:latin typeface="Apple SD Gothic Neo"/>
              </a:rPr>
              <a:t>① site:supercoder.co — 홈·블로그·apply·brochure 등 7페이지 분량 색인 완료 (색인 문제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② Search Console 최근 3개월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115568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전체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8892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노출 8,010 · 클릭 518 · 평균 8.6위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788920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</a:rPr>
              <a:t>수치는 좋아 보이지만…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38728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3872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상위 검색어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538728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supercoder(115) · 슈퍼코더(113) · super coder(7)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38728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</a:rPr>
              <a:t>전부 회사명을 아는 사람의 브랜드 검색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88536"/>
            <a:ext cx="1115568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8853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'면접' 포함 검색어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88536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노출 195 · 클릭 4 (3개월 합계)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288536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</a:rPr>
              <a:t>면접 ai 프롬프트·면접 일정 조율 등 블로그 롱테일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38344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38344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</a:rPr>
              <a:t>'AI면접' 헤드 키워드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38344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노출 사실상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038344"/>
            <a:ext cx="3840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</a:rPr>
              <a:t>비브랜드 헤드 키워드에선 아직 존재감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Apple SD Gothic Neo"/>
              </a:rPr>
              <a:t>긍정 신호: 7월 중순부터 블로그 롱테일 노출이 상승 추세 — 오가닉 성장의 첫 단계는 이미 시작됨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Q&amp;A 3/5 · 실측 근거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'AI면접' 검색 결과는 우리 고객이 아닌 ‘지원자’의 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1페이지 구성: 사람인(모의면접 연습) · 잡코리아(합격 전략) · 교수신문 기사 · 유튜브 면접 팁 · 워크넷 · 서울시 일자리포털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• 구글은 이 키워드의 의도를 ‘면접을 준비하는 구직자(B2C)’로 해석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우리 홈은 채용팀(B2B) 대상 랜딩 → 의도 불일치로 아무리 최적화해도 이 판에 안 올라감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Apple SD Gothic Neo"/>
              </a:rPr>
              <a:t>• 경쟁 솔루션(뷰인터HR·스펙터 Effy)도 이 키워드는 오가닉이 아닌 광고로 잡고 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1115568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Apple SD Gothic Neo"/>
              </a:rPr>
              <a:t>반면 'AI 면접 솔루션'(B2B 키워드)의 판: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Apple SD Gothic Neo"/>
              </a:rPr>
              <a:t>뷰인터HR · 몬스터 · 에듀스 · 인크루트웍스 + telta.ai 블로그 글(2026년 7월 작성)이 1페이지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Apple SD Gothic Neo"/>
              </a:rPr>
              <a:t>→ 신생 사이트도 콘텐츠로 진입 가능한 시장. 우리가 싸울 곳은 여기.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</a:rPr>
              <a:t>Q&amp;A 4/5 · 실측 근거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Apple SD Gothic Neo"/>
              </a:rPr>
              <a:t>도메인 권위가 낮고, 주제 전환 후 시간이 짧다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611880" cy="3017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8640" y="2057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4748B"/>
                </a:solidFill>
                <a:latin typeface="Apple SD Gothic Neo"/>
              </a:rPr>
              <a:t>Authority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640" y="246888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DC2626"/>
                </a:solidFill>
                <a:latin typeface="Apple SD Gothic Ne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40" y="35204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Semrush 기준 — 사람인·잡코리아는 물론
경쟁 솔루션보다도 낮음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611880" cy="3017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9120" y="2057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4748B"/>
                </a:solidFill>
                <a:latin typeface="Apple SD Gothic Neo"/>
              </a:rPr>
              <a:t>참조 도메인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9120" y="246888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EA8A00"/>
                </a:solidFill>
                <a:latin typeface="Apple SD Gothic Neo"/>
              </a:rPr>
              <a:t>176개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9120" y="35204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백링크 295개 — 권위를 만들
외부 신뢰 신호가 아직 부족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611880" cy="30175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9600" y="20574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4748B"/>
                </a:solidFill>
                <a:latin typeface="Apple SD Gothic Neo"/>
              </a:rPr>
              <a:t>주제 전환 이력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9600" y="246888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64748B"/>
                </a:solidFill>
                <a:latin typeface="Apple SD Gothic Neo"/>
              </a:rPr>
              <a:t>2개월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9600" y="352044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Apple SD Gothic Neo"/>
              </a:rPr>
              <a:t>개발자 매칭 → 채용 SaaS로 2026.6 전환,
검색엔진 등록은 2026.8.7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Apple SD Gothic Neo"/>
              </a:rPr>
              <a:t>구글 입장: “이 도메인이 채용 SaaS 주제의 권위자”라는 신호가 쌓인 지 두 달 미만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</a:rPr>
              <a:t>비브랜드 키워드 순위가 의미 있게 움직이려면 통상 3~6개월의 신호 축적이 필요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Apple SD Gothic Neo"/>
              </a:rPr>
              <a:t>Q&amp;A 5/5 · 그래서 어떻게 하나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9202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헤드 키워드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55448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'AI면접'은 단기적으로 광고(SEA)로 커버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554480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6DE"/>
                </a:solidFill>
                <a:latin typeface="Apple SD Gothic Neo"/>
              </a:rPr>
              <a:t>경쟁사도 광고로 잡는 중 · 오가닉은 권위 축적 후의 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87168"/>
            <a:ext cx="19202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오가닉 공략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8716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B2B 롱테일 콘텐츠 — 'AI 면접 솔루션'·'면접 자동화'·'채용 검증'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87168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6DE"/>
                </a:solidFill>
                <a:latin typeface="Apple SD Gothic Neo"/>
              </a:rPr>
              <a:t>telta.ai처럼 블로그 글로 1페이지 진입 가능한 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419856"/>
            <a:ext cx="19202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이미 작동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419856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블로그 롱테일 노출 상승(면접 일정 조율·ai 프롬프트)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419856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6DE"/>
                </a:solidFill>
                <a:latin typeface="Apple SD Gothic Neo"/>
              </a:rPr>
              <a:t>롱테일 → 브랜드 인지 → 헤드 키워드 순으로 축적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52544"/>
            <a:ext cx="19202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52544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권위 쌓기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352544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백링크 확보 — 보도자료·SaaS 디렉토리·고객사 링크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352544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6DE"/>
                </a:solidFill>
                <a:latin typeface="Apple SD Gothic Neo"/>
              </a:rPr>
              <a:t>참조 도메인 176개에서 확대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85232"/>
            <a:ext cx="192024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85232"/>
            <a:ext cx="1920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</a:rPr>
              <a:t>기술 기반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285232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STEP 1~6 개선(OG 버그·보안 헤더·llms.txt 등)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285232"/>
            <a:ext cx="3566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6DE"/>
                </a:solidFill>
                <a:latin typeface="Apple SD Gothic Neo"/>
              </a:rPr>
              <a:t>성장의 바닥 다지기 · 기대치는 3~6개월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</a:rPr>
              <a:t>핵심: 점수가 높은 것은 ‘출전 자격’. 순위는 의도에 맞는 콘텐츠 + 백링크 + 시간으로 얻는다.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